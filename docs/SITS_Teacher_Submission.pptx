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Internship Tracking System (SITS)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Full-Stack MERN Project</a:t>
            </a:r>
          </a:p>
          <a:p>
            <a:pPr>
              <a:defRPr sz="1800"/>
            </a:pPr>
            <a:r>
              <a:t>Prepared for Teacher Evaluation</a:t>
            </a:r>
          </a:p>
          <a:p>
            <a:pPr>
              <a:defRPr sz="1800"/>
            </a:pPr>
            <a:r>
              <a:t>Prepared by: ____________________</a:t>
            </a:r>
          </a:p>
          <a:p>
            <a:pPr>
              <a:defRPr sz="1800"/>
            </a:pPr>
            <a:r>
              <a:t>Submission Date: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 Statement</a:t>
            </a:r>
          </a:p>
          <a:p>
            <a:pPr>
              <a:defRPr sz="1800"/>
            </a:pPr>
            <a:r>
              <a:t>Objectives</a:t>
            </a:r>
          </a:p>
          <a:p>
            <a:pPr>
              <a:defRPr sz="1800"/>
            </a:pPr>
            <a:r>
              <a:t>Architecture</a:t>
            </a:r>
          </a:p>
          <a:p>
            <a:pPr>
              <a:defRPr sz="1800"/>
            </a:pPr>
            <a:r>
              <a:t>DFD and ER Diagram</a:t>
            </a:r>
          </a:p>
          <a:p>
            <a:pPr>
              <a:defRPr sz="1800"/>
            </a:pPr>
            <a:r>
              <a:t>Database Models and Schema</a:t>
            </a:r>
          </a:p>
          <a:p>
            <a:pPr>
              <a:defRPr sz="1800"/>
            </a:pPr>
            <a:r>
              <a:t>API Modules</a:t>
            </a:r>
          </a:p>
          <a:p>
            <a:pPr>
              <a:defRPr sz="1800"/>
            </a:pPr>
            <a:r>
              <a:t>Validation and Security</a:t>
            </a:r>
          </a:p>
          <a:p>
            <a:pPr>
              <a:defRPr sz="1800"/>
            </a:pPr>
            <a:r>
              <a:t>Screenshots and Results</a:t>
            </a:r>
          </a:p>
          <a:p>
            <a:pPr>
              <a:defRPr sz="18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Manual internship tracking lacks transparency.</a:t>
            </a:r>
          </a:p>
          <a:p>
            <a:pPr>
              <a:defRPr sz="1800"/>
            </a:pPr>
            <a:r>
              <a:t>Approval and review cycles are delayed.</a:t>
            </a:r>
          </a:p>
          <a:p>
            <a:pPr>
              <a:defRPr sz="1800"/>
            </a:pPr>
            <a:r>
              <a:t>Coordination between student, faculty, and admin is inefficient.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Digitize internship lifecycle end-to-end.</a:t>
            </a:r>
          </a:p>
          <a:p>
            <a:pPr>
              <a:defRPr sz="1800"/>
            </a:pPr>
            <a:r>
              <a:t>Implement secure role-based access control.</a:t>
            </a:r>
          </a:p>
          <a:p>
            <a:pPr>
              <a:defRPr sz="1800"/>
            </a:pPr>
            <a:r>
              <a:t>Enable report submissions with mentor feedback.</a:t>
            </a:r>
          </a:p>
          <a:p>
            <a:pPr>
              <a:defRPr sz="1800"/>
            </a:pPr>
            <a:r>
              <a:t>Provide analytics and audit-ready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React, Vite, Tailwind CSS, Framer Motion</a:t>
            </a:r>
          </a:p>
          <a:p>
            <a:pPr>
              <a:defRPr sz="1800"/>
            </a:pPr>
            <a:r>
              <a:t>Backend: Node.js, Express</a:t>
            </a:r>
          </a:p>
          <a:p>
            <a:pPr>
              <a:defRPr sz="1800"/>
            </a:pPr>
            <a:r>
              <a:t>Database: MongoDB, Mongoose</a:t>
            </a:r>
          </a:p>
          <a:p>
            <a:pPr>
              <a:defRPr sz="1800"/>
            </a:pPr>
            <a:r>
              <a:t>Auth: JWT, bcryptjs</a:t>
            </a:r>
          </a:p>
          <a:p>
            <a:pPr>
              <a:defRPr sz="1800"/>
            </a:pPr>
            <a:r>
              <a:t>File Upload: Multer</a:t>
            </a:r>
          </a:p>
          <a:p>
            <a:pPr>
              <a:defRPr sz="1800"/>
            </a:pPr>
            <a:r>
              <a:t>Testing: Jest, Supertest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3-tier architecture: Frontend -&gt; API -&gt; Database</a:t>
            </a:r>
          </a:p>
          <a:p>
            <a:pPr>
              <a:defRPr sz="1800"/>
            </a:pPr>
            <a:r>
              <a:t>JWT-based auth for protected endpoints</a:t>
            </a:r>
          </a:p>
          <a:p>
            <a:pPr>
              <a:defRPr sz="1800"/>
            </a:pPr>
            <a:r>
              <a:t>Validation and role checks at middleware layer</a:t>
            </a:r>
          </a:p>
          <a:p>
            <a:pPr>
              <a:defRPr sz="1800"/>
            </a:pPr>
            <a:r>
              <a:t>Audit logs for traceability</a:t>
            </a:r>
          </a:p>
          <a:p>
            <a:pPr>
              <a:defRPr sz="1800"/>
            </a:pPr>
            <a:r>
              <a:t>Diagram source: docs/diagrams/architecture.mmd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DFD Level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External entities: Student, Faculty, Admin</a:t>
            </a:r>
          </a:p>
          <a:p>
            <a:pPr>
              <a:defRPr sz="1800"/>
            </a:pPr>
            <a:r>
              <a:t>Core process: SITS System</a:t>
            </a:r>
          </a:p>
          <a:p>
            <a:pPr>
              <a:defRPr sz="1800"/>
            </a:pPr>
            <a:r>
              <a:t>Data stores: Users, Internships, Reports, Audit</a:t>
            </a:r>
          </a:p>
          <a:p>
            <a:pPr>
              <a:defRPr sz="1800"/>
            </a:pPr>
            <a:r>
              <a:t>Diagram source: docs/diagrams/dfd_level0.mmd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DFD Level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Authentication, Internship, Reporting, Admin, Notification processes</a:t>
            </a:r>
          </a:p>
          <a:p>
            <a:pPr>
              <a:defRPr sz="1800"/>
            </a:pPr>
            <a:r>
              <a:t>Shows flow between entities, processes, and stores</a:t>
            </a:r>
          </a:p>
          <a:p>
            <a:pPr>
              <a:defRPr sz="1800"/>
            </a:pPr>
            <a:r>
              <a:t>Diagram source: docs/diagrams/dfd_level1.mmd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Entities: User, StudentProfile, Internship, Report, Feedback, AuditLog</a:t>
            </a:r>
          </a:p>
          <a:p>
            <a:pPr>
              <a:defRPr sz="1800"/>
            </a:pPr>
            <a:r>
              <a:t>Relationships mapped using ObjectId references</a:t>
            </a:r>
          </a:p>
          <a:p>
            <a:pPr>
              <a:defRPr sz="1800"/>
            </a:pPr>
            <a:r>
              <a:t>Diagram source: docs/diagrams/er_diagram.mmd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- User &amp; StudentProfile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User: name, email(unique), password(hash), role, isActive</a:t>
            </a:r>
          </a:p>
          <a:p>
            <a:pPr>
              <a:defRPr sz="1800"/>
            </a:pPr>
            <a:r>
              <a:t>StudentProfile: one-to-one with User</a:t>
            </a:r>
          </a:p>
          <a:p>
            <a:pPr>
              <a:defRPr sz="1800"/>
            </a:pPr>
            <a:r>
              <a:t>Stores academic and portfolio fields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- Internship &amp;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Internship: student, company, role, dates, status, mentor</a:t>
            </a:r>
          </a:p>
          <a:p>
            <a:pPr>
              <a:defRPr sz="1800"/>
            </a:pPr>
            <a:r>
              <a:t>Report: internship, weekNumber, content, attachment, status</a:t>
            </a:r>
          </a:p>
          <a:p>
            <a:pPr>
              <a:defRPr sz="1800"/>
            </a:pPr>
            <a:r>
              <a:t>Review metadata: feedback, reviewedBy, reviewedAt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- Feedback &amp; AuditLog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Feedback links report, internship, student, faculty</a:t>
            </a:r>
          </a:p>
          <a:p>
            <a:pPr>
              <a:defRPr sz="1800"/>
            </a:pPr>
            <a:r>
              <a:t>AuditLog tracks actor/action/entity for accountability</a:t>
            </a:r>
          </a:p>
          <a:p>
            <a:pPr>
              <a:defRPr sz="1800"/>
            </a:pPr>
            <a:r>
              <a:t>Supports review and compliance use-cases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Auth: /api/auth/register, /api/auth/login</a:t>
            </a:r>
          </a:p>
          <a:p>
            <a:pPr>
              <a:defRPr sz="1800"/>
            </a:pPr>
            <a:r>
              <a:t>Internship: create, list, approve/reject, certificate upload</a:t>
            </a:r>
          </a:p>
          <a:p>
            <a:pPr>
              <a:defRPr sz="1800"/>
            </a:pPr>
            <a:r>
              <a:t>Reports: submit, fetch by internship, feedback update</a:t>
            </a:r>
          </a:p>
          <a:p>
            <a:pPr>
              <a:defRPr sz="1800"/>
            </a:pPr>
            <a:r>
              <a:t>Admin: users CRUD, assign mentor, stats</a:t>
            </a:r>
          </a:p>
          <a:p>
            <a:pPr>
              <a:defRPr sz="1800"/>
            </a:pPr>
            <a:r>
              <a:t>Profile: get/update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Backend validation via express-validator</a:t>
            </a:r>
          </a:p>
          <a:p>
            <a:pPr>
              <a:defRPr sz="1800"/>
            </a:pPr>
            <a:r>
              <a:t>Frontend inline field validation</a:t>
            </a:r>
          </a:p>
          <a:p>
            <a:pPr>
              <a:defRPr sz="1800"/>
            </a:pPr>
            <a:r>
              <a:t>JWT authentication and role authorization</a:t>
            </a:r>
          </a:p>
          <a:p>
            <a:pPr>
              <a:defRPr sz="1800"/>
            </a:pPr>
            <a:r>
              <a:t>ObjectId validation on route parameters</a:t>
            </a:r>
          </a:p>
          <a:p>
            <a:pPr>
              <a:defRPr sz="1800"/>
            </a:pPr>
            <a:r>
              <a:t>Password hashing with bcryptjs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Polling interval: 45 seconds</a:t>
            </a:r>
          </a:p>
          <a:p>
            <a:pPr>
              <a:defRPr sz="1800"/>
            </a:pPr>
            <a:r>
              <a:t>Student: status + feedback alerts</a:t>
            </a:r>
          </a:p>
          <a:p>
            <a:pPr>
              <a:defRPr sz="1800"/>
            </a:pPr>
            <a:r>
              <a:t>Faculty: assigned students only</a:t>
            </a:r>
          </a:p>
          <a:p>
            <a:pPr>
              <a:defRPr sz="1800"/>
            </a:pPr>
            <a:r>
              <a:t>Admin: global pending overview</a:t>
            </a:r>
          </a:p>
          <a:p>
            <a:pPr>
              <a:defRPr sz="1800"/>
            </a:pPr>
            <a:r>
              <a:t>Scoped persistence in localStorage per user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Screenshots - Student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Insert: login, register, student dashboard</a:t>
            </a:r>
          </a:p>
          <a:p>
            <a:pPr>
              <a:defRPr sz="1800"/>
            </a:pPr>
            <a:r>
              <a:t>Insert: add internship and reports page</a:t>
            </a:r>
          </a:p>
          <a:p>
            <a:pPr>
              <a:defRPr sz="1800"/>
            </a:pPr>
            <a:r>
              <a:t>Place screenshot files from docs/screenshots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Screenshots - Faculty/Admin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Insert: faculty dashboard, admin dashboard</a:t>
            </a:r>
          </a:p>
          <a:p>
            <a:pPr>
              <a:defRPr sz="1800"/>
            </a:pPr>
            <a:r>
              <a:t>Insert: mentor assignment and notifications panel</a:t>
            </a:r>
          </a:p>
          <a:p>
            <a:pPr>
              <a:defRPr sz="1800"/>
            </a:pPr>
            <a:r>
              <a:t>Use clear annotations where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Build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Integration tests validate RBAC and key workflows</a:t>
            </a:r>
          </a:p>
          <a:p>
            <a:pPr>
              <a:defRPr sz="1800"/>
            </a:pPr>
            <a:r>
              <a:t>Frontend build compiled successfully</a:t>
            </a:r>
          </a:p>
          <a:p>
            <a:pPr>
              <a:defRPr sz="1800"/>
            </a:pPr>
            <a:r>
              <a:t>Validated forms reduce invalid submissions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Results, Limitations,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Result: transparent and structured internship process</a:t>
            </a:r>
          </a:p>
          <a:p>
            <a:pPr>
              <a:defRPr sz="1800"/>
            </a:pPr>
            <a:r>
              <a:t>Limitation: local file storage, polling-based alerts</a:t>
            </a:r>
          </a:p>
          <a:p>
            <a:pPr>
              <a:defRPr sz="1800"/>
            </a:pPr>
            <a:r>
              <a:t>Future: cloud storage, push notifications, advanced analytics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SITS provides a secure and scalable internship management foundation.</a:t>
            </a:r>
          </a:p>
          <a:p>
            <a:pPr>
              <a:defRPr sz="1800"/>
            </a:pPr>
            <a:r>
              <a:t>Project demonstrates full-stack engineering, schema design, and workflow automation.</a:t>
            </a:r>
          </a:p>
          <a:p>
            <a:pPr>
              <a:defRPr sz="1800"/>
            </a:pPr>
            <a:r>
              <a:t>Ready for institutional pilot with minor enhancements.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ss01_login.png</a:t>
            </a:r>
          </a:p>
          <a:p>
            <a:pPr>
              <a:defRPr sz="1800"/>
            </a:pPr>
            <a:r>
              <a:t>ss02_register.png</a:t>
            </a:r>
          </a:p>
          <a:p>
            <a:pPr>
              <a:defRPr sz="1800"/>
            </a:pPr>
            <a:r>
              <a:t>ss03_student_dashboard.png</a:t>
            </a:r>
          </a:p>
          <a:p>
            <a:pPr>
              <a:defRPr sz="1800"/>
            </a:pPr>
            <a:r>
              <a:t>ss04_add_internship.png</a:t>
            </a:r>
          </a:p>
          <a:p>
            <a:pPr>
              <a:defRPr sz="1800"/>
            </a:pPr>
            <a:r>
              <a:t>ss05_reports_page.png</a:t>
            </a:r>
          </a:p>
          <a:p>
            <a:pPr>
              <a:defRPr sz="1800"/>
            </a:pPr>
            <a:r>
              <a:t>ss06_faculty_dashboard.png</a:t>
            </a:r>
          </a:p>
          <a:p>
            <a:pPr>
              <a:defRPr sz="1800"/>
            </a:pPr>
            <a:r>
              <a:t>ss07_admin_dashboard.png</a:t>
            </a:r>
          </a:p>
          <a:p>
            <a:pPr>
              <a:defRPr sz="1800"/>
            </a:pPr>
            <a:r>
              <a:t>ss08_assign_mentor.png</a:t>
            </a:r>
          </a:p>
          <a:p>
            <a:pPr>
              <a:defRPr sz="1800"/>
            </a:pPr>
            <a:r>
              <a:t>ss09_profile_page.png</a:t>
            </a:r>
          </a:p>
          <a:p>
            <a:pPr>
              <a:defRPr sz="1800"/>
            </a:pPr>
            <a:r>
              <a:t>ss10_notifications_panel.png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